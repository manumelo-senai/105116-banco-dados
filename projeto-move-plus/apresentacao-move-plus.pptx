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1172864" y="2900243"/>
            <a:ext cx="13292466" cy="2001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2345729" y="5290457"/>
            <a:ext cx="10946736" cy="2385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871"/>
              </a:spcBef>
              <a:spcAft>
                <a:spcPts val="0"/>
              </a:spcAft>
              <a:buClr>
                <a:srgbClr val="888888"/>
              </a:buClr>
              <a:buSzPts val="4356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Clr>
                <a:srgbClr val="888888"/>
              </a:buClr>
              <a:buSzPts val="3267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888888"/>
              </a:buClr>
              <a:buSzPts val="2723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888888"/>
              </a:buClr>
              <a:buSzPts val="2723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888888"/>
              </a:buClr>
              <a:buSzPts val="272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888888"/>
              </a:buClr>
              <a:buSzPts val="272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888888"/>
              </a:buClr>
              <a:buSzPts val="272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888888"/>
              </a:buClr>
              <a:buSzPts val="272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1235309" y="5999310"/>
            <a:ext cx="13292466" cy="1854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45"/>
              <a:buFont typeface="Calibri"/>
              <a:buNone/>
              <a:defRPr b="1" sz="5445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1235309" y="3957039"/>
            <a:ext cx="13292466" cy="20422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888888"/>
              </a:buClr>
              <a:buSzPts val="2723"/>
              <a:buNone/>
              <a:defRPr sz="2723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888888"/>
              </a:buClr>
              <a:buSzPts val="2450"/>
              <a:buNone/>
              <a:defRPr sz="24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rgbClr val="888888"/>
              </a:buClr>
              <a:buSzPts val="2178"/>
              <a:buNone/>
              <a:defRPr sz="2178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rgbClr val="888888"/>
              </a:buClr>
              <a:buSzPts val="1906"/>
              <a:buNone/>
              <a:defRPr sz="1906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rgbClr val="888888"/>
              </a:buClr>
              <a:buSzPts val="1906"/>
              <a:buNone/>
              <a:defRPr sz="1906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rgbClr val="888888"/>
              </a:buClr>
              <a:buSzPts val="1906"/>
              <a:buNone/>
              <a:defRPr sz="1906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rgbClr val="888888"/>
              </a:buClr>
              <a:buSzPts val="1906"/>
              <a:buNone/>
              <a:defRPr sz="1906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rgbClr val="888888"/>
              </a:buClr>
              <a:buSzPts val="1906"/>
              <a:buNone/>
              <a:defRPr sz="1906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rgbClr val="888888"/>
              </a:buClr>
              <a:buSzPts val="1906"/>
              <a:buNone/>
              <a:defRPr sz="1906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781910" y="2178424"/>
            <a:ext cx="6906869" cy="6161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0662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2"/>
              <a:buChar char="•"/>
              <a:defRPr sz="3812"/>
            </a:lvl1pPr>
            <a:lvl2pPr indent="-436055" lvl="1" marL="91440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Clr>
                <a:schemeClr val="dk1"/>
              </a:buClr>
              <a:buSzPts val="3267"/>
              <a:buChar char="–"/>
              <a:defRPr sz="3267"/>
            </a:lvl2pPr>
            <a:lvl3pPr indent="-401510" lvl="2" marL="13716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Char char="•"/>
              <a:defRPr sz="2723"/>
            </a:lvl3pPr>
            <a:lvl4pPr indent="-384175" lvl="3" marL="18288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–"/>
              <a:defRPr sz="2450"/>
            </a:lvl4pPr>
            <a:lvl5pPr indent="-384175" lvl="4" marL="22860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»"/>
              <a:defRPr sz="2450"/>
            </a:lvl5pPr>
            <a:lvl6pPr indent="-384175" lvl="5" marL="27432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•"/>
              <a:defRPr sz="2450"/>
            </a:lvl6pPr>
            <a:lvl7pPr indent="-384175" lvl="6" marL="32004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•"/>
              <a:defRPr sz="2450"/>
            </a:lvl7pPr>
            <a:lvl8pPr indent="-384175" lvl="7" marL="36576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•"/>
              <a:defRPr sz="2450"/>
            </a:lvl8pPr>
            <a:lvl9pPr indent="-384175" lvl="8" marL="41148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•"/>
              <a:defRPr sz="245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7949416" y="2178424"/>
            <a:ext cx="6906869" cy="6161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0662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2"/>
              <a:buChar char="•"/>
              <a:defRPr sz="3812"/>
            </a:lvl1pPr>
            <a:lvl2pPr indent="-436055" lvl="1" marL="91440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Clr>
                <a:schemeClr val="dk1"/>
              </a:buClr>
              <a:buSzPts val="3267"/>
              <a:buChar char="–"/>
              <a:defRPr sz="3267"/>
            </a:lvl2pPr>
            <a:lvl3pPr indent="-401510" lvl="2" marL="13716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Char char="•"/>
              <a:defRPr sz="2723"/>
            </a:lvl3pPr>
            <a:lvl4pPr indent="-384175" lvl="3" marL="18288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–"/>
              <a:defRPr sz="2450"/>
            </a:lvl4pPr>
            <a:lvl5pPr indent="-384175" lvl="4" marL="22860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»"/>
              <a:defRPr sz="2450"/>
            </a:lvl5pPr>
            <a:lvl6pPr indent="-384175" lvl="5" marL="27432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•"/>
              <a:defRPr sz="2450"/>
            </a:lvl6pPr>
            <a:lvl7pPr indent="-384175" lvl="6" marL="32004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•"/>
              <a:defRPr sz="2450"/>
            </a:lvl7pPr>
            <a:lvl8pPr indent="-384175" lvl="7" marL="36576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•"/>
              <a:defRPr sz="2450"/>
            </a:lvl8pPr>
            <a:lvl9pPr indent="-384175" lvl="8" marL="41148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•"/>
              <a:defRPr sz="245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9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781910" y="2089817"/>
            <a:ext cx="6909585" cy="870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Clr>
                <a:schemeClr val="dk1"/>
              </a:buClr>
              <a:buSzPts val="3267"/>
              <a:buNone/>
              <a:defRPr b="1" sz="3267"/>
            </a:lvl1pPr>
            <a:lvl2pPr indent="-228600" lvl="1" marL="9144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None/>
              <a:defRPr b="1" sz="2723"/>
            </a:lvl2pPr>
            <a:lvl3pPr indent="-228600" lvl="2" marL="13716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None/>
              <a:defRPr b="1" sz="2450"/>
            </a:lvl3pPr>
            <a:lvl4pPr indent="-228600" lvl="3" marL="18288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4pPr>
            <a:lvl5pPr indent="-228600" lvl="4" marL="22860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5pPr>
            <a:lvl6pPr indent="-228600" lvl="5" marL="27432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6pPr>
            <a:lvl7pPr indent="-228600" lvl="6" marL="32004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7pPr>
            <a:lvl8pPr indent="-228600" lvl="7" marL="36576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8pPr>
            <a:lvl9pPr indent="-228600" lvl="8" marL="41148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781910" y="2960754"/>
            <a:ext cx="6909585" cy="5379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6055" lvl="0" marL="45720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Clr>
                <a:schemeClr val="dk1"/>
              </a:buClr>
              <a:buSzPts val="3267"/>
              <a:buChar char="•"/>
              <a:defRPr sz="3267"/>
            </a:lvl1pPr>
            <a:lvl2pPr indent="-401510" lvl="1" marL="9144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Char char="–"/>
              <a:defRPr sz="2723"/>
            </a:lvl2pPr>
            <a:lvl3pPr indent="-384175" lvl="2" marL="13716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•"/>
              <a:defRPr sz="2450"/>
            </a:lvl3pPr>
            <a:lvl4pPr indent="-366903" lvl="3" marL="18288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–"/>
              <a:defRPr sz="2178"/>
            </a:lvl4pPr>
            <a:lvl5pPr indent="-366903" lvl="4" marL="22860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»"/>
              <a:defRPr sz="2178"/>
            </a:lvl5pPr>
            <a:lvl6pPr indent="-366903" lvl="5" marL="27432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8"/>
            </a:lvl6pPr>
            <a:lvl7pPr indent="-366903" lvl="6" marL="32004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8"/>
            </a:lvl7pPr>
            <a:lvl8pPr indent="-366903" lvl="7" marL="36576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8"/>
            </a:lvl8pPr>
            <a:lvl9pPr indent="-366903" lvl="8" marL="41148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8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7943987" y="2089817"/>
            <a:ext cx="6912299" cy="870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Clr>
                <a:schemeClr val="dk1"/>
              </a:buClr>
              <a:buSzPts val="3267"/>
              <a:buNone/>
              <a:defRPr b="1" sz="3267"/>
            </a:lvl1pPr>
            <a:lvl2pPr indent="-228600" lvl="1" marL="9144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None/>
              <a:defRPr b="1" sz="2723"/>
            </a:lvl2pPr>
            <a:lvl3pPr indent="-228600" lvl="2" marL="13716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None/>
              <a:defRPr b="1" sz="2450"/>
            </a:lvl3pPr>
            <a:lvl4pPr indent="-228600" lvl="3" marL="18288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4pPr>
            <a:lvl5pPr indent="-228600" lvl="4" marL="22860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5pPr>
            <a:lvl6pPr indent="-228600" lvl="5" marL="27432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6pPr>
            <a:lvl7pPr indent="-228600" lvl="6" marL="32004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7pPr>
            <a:lvl8pPr indent="-228600" lvl="7" marL="36576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8pPr>
            <a:lvl9pPr indent="-228600" lvl="8" marL="41148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None/>
              <a:defRPr b="1" sz="2178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7943987" y="2960754"/>
            <a:ext cx="6912299" cy="5379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6055" lvl="0" marL="45720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Clr>
                <a:schemeClr val="dk1"/>
              </a:buClr>
              <a:buSzPts val="3267"/>
              <a:buChar char="•"/>
              <a:defRPr sz="3267"/>
            </a:lvl1pPr>
            <a:lvl2pPr indent="-401510" lvl="1" marL="9144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Char char="–"/>
              <a:defRPr sz="2723"/>
            </a:lvl2pPr>
            <a:lvl3pPr indent="-384175" lvl="2" marL="13716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50"/>
              <a:buChar char="•"/>
              <a:defRPr sz="2450"/>
            </a:lvl3pPr>
            <a:lvl4pPr indent="-366903" lvl="3" marL="18288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–"/>
              <a:defRPr sz="2178"/>
            </a:lvl4pPr>
            <a:lvl5pPr indent="-366903" lvl="4" marL="22860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»"/>
              <a:defRPr sz="2178"/>
            </a:lvl5pPr>
            <a:lvl6pPr indent="-366903" lvl="5" marL="27432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8"/>
            </a:lvl6pPr>
            <a:lvl7pPr indent="-366903" lvl="6" marL="32004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8"/>
            </a:lvl7pPr>
            <a:lvl8pPr indent="-366903" lvl="7" marL="36576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8"/>
            </a:lvl8pPr>
            <a:lvl9pPr indent="-366903" lvl="8" marL="4114800" algn="l">
              <a:lnSpc>
                <a:spcPct val="100000"/>
              </a:lnSpc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8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781911" y="371715"/>
            <a:ext cx="5144858" cy="1581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3"/>
              <a:buFont typeface="Calibri"/>
              <a:buNone/>
              <a:defRPr b="1" sz="272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6114100" y="371716"/>
            <a:ext cx="8742185" cy="7968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05206" lvl="0" marL="457200" algn="l">
              <a:lnSpc>
                <a:spcPct val="100000"/>
              </a:lnSpc>
              <a:spcBef>
                <a:spcPts val="871"/>
              </a:spcBef>
              <a:spcAft>
                <a:spcPts val="0"/>
              </a:spcAft>
              <a:buClr>
                <a:schemeClr val="dk1"/>
              </a:buClr>
              <a:buSzPts val="4356"/>
              <a:buChar char="•"/>
              <a:defRPr sz="4356"/>
            </a:lvl1pPr>
            <a:lvl2pPr indent="-470662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2"/>
              <a:buChar char="–"/>
              <a:defRPr sz="3812"/>
            </a:lvl2pPr>
            <a:lvl3pPr indent="-436055" lvl="2" marL="137160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Clr>
                <a:schemeClr val="dk1"/>
              </a:buClr>
              <a:buSzPts val="3267"/>
              <a:buChar char="•"/>
              <a:defRPr sz="3267"/>
            </a:lvl3pPr>
            <a:lvl4pPr indent="-401510" lvl="3" marL="18288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Char char="–"/>
              <a:defRPr sz="2723"/>
            </a:lvl4pPr>
            <a:lvl5pPr indent="-401511" lvl="4" marL="22860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Char char="»"/>
              <a:defRPr sz="2723"/>
            </a:lvl5pPr>
            <a:lvl6pPr indent="-401511" lvl="5" marL="27432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Char char="•"/>
              <a:defRPr sz="2723"/>
            </a:lvl6pPr>
            <a:lvl7pPr indent="-401511" lvl="6" marL="32004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Char char="•"/>
              <a:defRPr sz="2723"/>
            </a:lvl7pPr>
            <a:lvl8pPr indent="-401510" lvl="7" marL="36576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Char char="•"/>
              <a:defRPr sz="2723"/>
            </a:lvl8pPr>
            <a:lvl9pPr indent="-401510" lvl="8" marL="411480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Char char="•"/>
              <a:defRPr sz="2723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781911" y="1953666"/>
            <a:ext cx="5144858" cy="6386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1pPr>
            <a:lvl2pPr indent="-228600" lvl="1" marL="914400" algn="l">
              <a:lnSpc>
                <a:spcPct val="100000"/>
              </a:lnSpc>
              <a:spcBef>
                <a:spcPts val="327"/>
              </a:spcBef>
              <a:spcAft>
                <a:spcPts val="0"/>
              </a:spcAft>
              <a:buClr>
                <a:schemeClr val="dk1"/>
              </a:buClr>
              <a:buSzPts val="1634"/>
              <a:buNone/>
              <a:defRPr sz="1634"/>
            </a:lvl2pPr>
            <a:lvl3pPr indent="-228600" lvl="2" marL="1371600" algn="l">
              <a:lnSpc>
                <a:spcPct val="100000"/>
              </a:lnSpc>
              <a:spcBef>
                <a:spcPts val="272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3pPr>
            <a:lvl4pPr indent="-228600" lvl="3" marL="18288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4pPr>
            <a:lvl5pPr indent="-228600" lvl="4" marL="22860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5pPr>
            <a:lvl6pPr indent="-228600" lvl="5" marL="27432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6pPr>
            <a:lvl7pPr indent="-228600" lvl="6" marL="32004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7pPr>
            <a:lvl8pPr indent="-228600" lvl="7" marL="36576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8pPr>
            <a:lvl9pPr indent="-228600" lvl="8" marL="41148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065196" y="6535270"/>
            <a:ext cx="9382917" cy="7715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3"/>
              <a:buFont typeface="Calibri"/>
              <a:buNone/>
              <a:defRPr b="1" sz="272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3065196" y="834198"/>
            <a:ext cx="9382917" cy="5601661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065196" y="7306797"/>
            <a:ext cx="9382917" cy="1095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1pPr>
            <a:lvl2pPr indent="-228600" lvl="1" marL="914400" algn="l">
              <a:lnSpc>
                <a:spcPct val="100000"/>
              </a:lnSpc>
              <a:spcBef>
                <a:spcPts val="327"/>
              </a:spcBef>
              <a:spcAft>
                <a:spcPts val="0"/>
              </a:spcAft>
              <a:buClr>
                <a:schemeClr val="dk1"/>
              </a:buClr>
              <a:buSzPts val="1634"/>
              <a:buNone/>
              <a:defRPr sz="1634"/>
            </a:lvl2pPr>
            <a:lvl3pPr indent="-228600" lvl="2" marL="1371600" algn="l">
              <a:lnSpc>
                <a:spcPct val="100000"/>
              </a:lnSpc>
              <a:spcBef>
                <a:spcPts val="272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3pPr>
            <a:lvl4pPr indent="-228600" lvl="3" marL="18288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4pPr>
            <a:lvl5pPr indent="-228600" lvl="4" marL="22860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5pPr>
            <a:lvl6pPr indent="-228600" lvl="5" marL="27432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6pPr>
            <a:lvl7pPr indent="-228600" lvl="6" marL="32004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7pPr>
            <a:lvl8pPr indent="-228600" lvl="7" marL="36576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8pPr>
            <a:lvl9pPr indent="-228600" lvl="8" marL="41148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225"/>
              <a:buNone/>
              <a:defRPr sz="1225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4738400" y="-1778066"/>
            <a:ext cx="6161395" cy="1407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9114017" y="2597551"/>
            <a:ext cx="7965942" cy="3518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946512" y="-790725"/>
            <a:ext cx="7965942" cy="102951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90"/>
              <a:buFont typeface="Calibri"/>
              <a:buNone/>
              <a:defRPr b="0" i="0" sz="59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05206" lvl="0" marL="457200" marR="0" rtl="0" algn="l">
              <a:lnSpc>
                <a:spcPct val="100000"/>
              </a:lnSpc>
              <a:spcBef>
                <a:spcPts val="871"/>
              </a:spcBef>
              <a:spcAft>
                <a:spcPts val="0"/>
              </a:spcAft>
              <a:buClr>
                <a:schemeClr val="dk1"/>
              </a:buClr>
              <a:buSzPts val="4356"/>
              <a:buFont typeface="Arial"/>
              <a:buChar char="•"/>
              <a:defRPr b="0" i="0" sz="43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70662" lvl="1" marL="914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2"/>
              <a:buFont typeface="Arial"/>
              <a:buChar char="–"/>
              <a:defRPr b="0" i="0" sz="381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6055" lvl="2" marL="1371600" marR="0" rtl="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Clr>
                <a:schemeClr val="dk1"/>
              </a:buClr>
              <a:buSzPts val="3267"/>
              <a:buFont typeface="Arial"/>
              <a:buChar char="•"/>
              <a:defRPr b="0" i="0" sz="3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1510" lvl="3" marL="1828800" marR="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Font typeface="Arial"/>
              <a:buChar char="–"/>
              <a:defRPr b="0" i="0" sz="272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1511" lvl="4" marL="2286000" marR="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Font typeface="Arial"/>
              <a:buChar char="»"/>
              <a:defRPr b="0" i="0" sz="272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1511" lvl="5" marL="2743200" marR="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Font typeface="Arial"/>
              <a:buChar char="•"/>
              <a:defRPr b="0" i="0" sz="272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1511" lvl="6" marL="3200400" marR="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Font typeface="Arial"/>
              <a:buChar char="•"/>
              <a:defRPr b="0" i="0" sz="272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1510" lvl="7" marL="3657600" marR="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Font typeface="Arial"/>
              <a:buChar char="•"/>
              <a:defRPr b="0" i="0" sz="272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1510" lvl="8" marL="4114800" marR="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723"/>
              <a:buFont typeface="Arial"/>
              <a:buChar char="•"/>
              <a:defRPr b="0" i="0" sz="272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4"/>
              <a:buFont typeface="Arial"/>
              <a:buNone/>
              <a:defRPr b="0" i="0" sz="163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4359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0" y="2663756"/>
            <a:ext cx="10464817" cy="6594544"/>
          </a:xfrm>
          <a:custGeom>
            <a:rect b="b" l="l" r="r" t="t"/>
            <a:pathLst>
              <a:path extrusionOk="0" h="6594544" w="10464817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25"/>
          <p:cNvGrpSpPr/>
          <p:nvPr/>
        </p:nvGrpSpPr>
        <p:grpSpPr>
          <a:xfrm>
            <a:off x="0" y="-144662"/>
            <a:ext cx="4348969" cy="2684868"/>
            <a:chOff x="0" y="-38100"/>
            <a:chExt cx="1145400" cy="707121"/>
          </a:xfrm>
        </p:grpSpPr>
        <p:sp>
          <p:nvSpPr>
            <p:cNvPr id="161" name="Google Shape;161;p25"/>
            <p:cNvSpPr/>
            <p:nvPr/>
          </p:nvSpPr>
          <p:spPr>
            <a:xfrm>
              <a:off x="0" y="0"/>
              <a:ext cx="1145289" cy="669021"/>
            </a:xfrm>
            <a:custGeom>
              <a:rect b="b" l="l" r="r" t="t"/>
              <a:pathLst>
                <a:path extrusionOk="0" h="669021" w="1145289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5"/>
            <p:cNvSpPr txBox="1"/>
            <p:nvPr/>
          </p:nvSpPr>
          <p:spPr>
            <a:xfrm>
              <a:off x="0" y="-38100"/>
              <a:ext cx="1145400" cy="7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25"/>
          <p:cNvGrpSpPr/>
          <p:nvPr/>
        </p:nvGrpSpPr>
        <p:grpSpPr>
          <a:xfrm>
            <a:off x="-1911824" y="6573448"/>
            <a:ext cx="4348969" cy="2684868"/>
            <a:chOff x="0" y="-38100"/>
            <a:chExt cx="1145400" cy="707121"/>
          </a:xfrm>
        </p:grpSpPr>
        <p:sp>
          <p:nvSpPr>
            <p:cNvPr id="164" name="Google Shape;164;p25"/>
            <p:cNvSpPr/>
            <p:nvPr/>
          </p:nvSpPr>
          <p:spPr>
            <a:xfrm>
              <a:off x="0" y="0"/>
              <a:ext cx="1145289" cy="669021"/>
            </a:xfrm>
            <a:custGeom>
              <a:rect b="b" l="l" r="r" t="t"/>
              <a:pathLst>
                <a:path extrusionOk="0" h="669021" w="1145289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5"/>
            <p:cNvSpPr txBox="1"/>
            <p:nvPr/>
          </p:nvSpPr>
          <p:spPr>
            <a:xfrm>
              <a:off x="0" y="-38100"/>
              <a:ext cx="1145400" cy="7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25"/>
          <p:cNvGrpSpPr/>
          <p:nvPr/>
        </p:nvGrpSpPr>
        <p:grpSpPr>
          <a:xfrm>
            <a:off x="-1911824" y="9404222"/>
            <a:ext cx="4348969" cy="2684868"/>
            <a:chOff x="0" y="-38100"/>
            <a:chExt cx="1145400" cy="707121"/>
          </a:xfrm>
        </p:grpSpPr>
        <p:sp>
          <p:nvSpPr>
            <p:cNvPr id="167" name="Google Shape;167;p25"/>
            <p:cNvSpPr/>
            <p:nvPr/>
          </p:nvSpPr>
          <p:spPr>
            <a:xfrm>
              <a:off x="0" y="0"/>
              <a:ext cx="1145289" cy="669021"/>
            </a:xfrm>
            <a:custGeom>
              <a:rect b="b" l="l" r="r" t="t"/>
              <a:pathLst>
                <a:path extrusionOk="0" h="669021" w="1145289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25"/>
            <p:cNvSpPr txBox="1"/>
            <p:nvPr/>
          </p:nvSpPr>
          <p:spPr>
            <a:xfrm>
              <a:off x="0" y="-38100"/>
              <a:ext cx="1145400" cy="7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25"/>
          <p:cNvGrpSpPr/>
          <p:nvPr/>
        </p:nvGrpSpPr>
        <p:grpSpPr>
          <a:xfrm>
            <a:off x="-1916511" y="3872609"/>
            <a:ext cx="4348969" cy="1320429"/>
            <a:chOff x="0" y="-38100"/>
            <a:chExt cx="1145400" cy="347765"/>
          </a:xfrm>
        </p:grpSpPr>
        <p:sp>
          <p:nvSpPr>
            <p:cNvPr id="170" name="Google Shape;170;p25"/>
            <p:cNvSpPr/>
            <p:nvPr/>
          </p:nvSpPr>
          <p:spPr>
            <a:xfrm>
              <a:off x="0" y="0"/>
              <a:ext cx="1145289" cy="309665"/>
            </a:xfrm>
            <a:custGeom>
              <a:rect b="b" l="l" r="r" t="t"/>
              <a:pathLst>
                <a:path extrusionOk="0" h="309665" w="1145289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5"/>
            <p:cNvSpPr txBox="1"/>
            <p:nvPr/>
          </p:nvSpPr>
          <p:spPr>
            <a:xfrm>
              <a:off x="0" y="-38100"/>
              <a:ext cx="1145400" cy="3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25"/>
          <p:cNvGrpSpPr/>
          <p:nvPr/>
        </p:nvGrpSpPr>
        <p:grpSpPr>
          <a:xfrm>
            <a:off x="-1911824" y="2519094"/>
            <a:ext cx="4348969" cy="1324742"/>
            <a:chOff x="0" y="-38100"/>
            <a:chExt cx="1145400" cy="348901"/>
          </a:xfrm>
        </p:grpSpPr>
        <p:sp>
          <p:nvSpPr>
            <p:cNvPr id="173" name="Google Shape;173;p25"/>
            <p:cNvSpPr/>
            <p:nvPr/>
          </p:nvSpPr>
          <p:spPr>
            <a:xfrm>
              <a:off x="0" y="0"/>
              <a:ext cx="1145289" cy="310801"/>
            </a:xfrm>
            <a:custGeom>
              <a:rect b="b" l="l" r="r" t="t"/>
              <a:pathLst>
                <a:path extrusionOk="0" h="310801" w="1145289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5"/>
            <p:cNvSpPr txBox="1"/>
            <p:nvPr/>
          </p:nvSpPr>
          <p:spPr>
            <a:xfrm>
              <a:off x="0" y="-38100"/>
              <a:ext cx="11454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ogotipo&#10;&#10;Descrição gerada automaticamente" id="175" name="Google Shape;1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44800" y="9001067"/>
            <a:ext cx="2098591" cy="118045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/>
        </p:nvSpPr>
        <p:spPr>
          <a:xfrm>
            <a:off x="8349525" y="2809875"/>
            <a:ext cx="9173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MOVE+</a:t>
            </a:r>
            <a:endParaRPr b="1" i="0" sz="8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13397025" y="2347500"/>
            <a:ext cx="400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ENTREGA DO PROJETO</a:t>
            </a:r>
            <a:endParaRPr b="0" i="0" sz="3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11951325" y="5674275"/>
            <a:ext cx="557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Equipe:</a:t>
            </a:r>
            <a:r>
              <a:rPr b="0" i="0" lang="en-US" sz="3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Manu Melo</a:t>
            </a:r>
            <a:endParaRPr b="0" i="0" sz="3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4359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6"/>
          <p:cNvGrpSpPr/>
          <p:nvPr/>
        </p:nvGrpSpPr>
        <p:grpSpPr>
          <a:xfrm>
            <a:off x="0" y="6151221"/>
            <a:ext cx="9144454" cy="894170"/>
            <a:chOff x="0" y="-38100"/>
            <a:chExt cx="2408400" cy="235500"/>
          </a:xfrm>
        </p:grpSpPr>
        <p:sp>
          <p:nvSpPr>
            <p:cNvPr id="184" name="Google Shape;184;p26"/>
            <p:cNvSpPr/>
            <p:nvPr/>
          </p:nvSpPr>
          <p:spPr>
            <a:xfrm>
              <a:off x="0" y="0"/>
              <a:ext cx="2408296" cy="197300"/>
            </a:xfrm>
            <a:custGeom>
              <a:rect b="b" l="l" r="r" t="t"/>
              <a:pathLst>
                <a:path extrusionOk="0" h="197300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97300"/>
                  </a:lnTo>
                  <a:lnTo>
                    <a:pt x="0" y="197300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6"/>
            <p:cNvSpPr txBox="1"/>
            <p:nvPr/>
          </p:nvSpPr>
          <p:spPr>
            <a:xfrm>
              <a:off x="0" y="-38100"/>
              <a:ext cx="24084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26"/>
          <p:cNvGrpSpPr/>
          <p:nvPr/>
        </p:nvGrpSpPr>
        <p:grpSpPr>
          <a:xfrm>
            <a:off x="0" y="6937845"/>
            <a:ext cx="13804492" cy="894170"/>
            <a:chOff x="0" y="-38100"/>
            <a:chExt cx="3635727" cy="235500"/>
          </a:xfrm>
        </p:grpSpPr>
        <p:sp>
          <p:nvSpPr>
            <p:cNvPr id="187" name="Google Shape;187;p26"/>
            <p:cNvSpPr/>
            <p:nvPr/>
          </p:nvSpPr>
          <p:spPr>
            <a:xfrm>
              <a:off x="0" y="0"/>
              <a:ext cx="3635727" cy="197300"/>
            </a:xfrm>
            <a:custGeom>
              <a:rect b="b" l="l" r="r" t="t"/>
              <a:pathLst>
                <a:path extrusionOk="0" h="197300" w="3635727">
                  <a:moveTo>
                    <a:pt x="0" y="0"/>
                  </a:moveTo>
                  <a:lnTo>
                    <a:pt x="3635727" y="0"/>
                  </a:lnTo>
                  <a:lnTo>
                    <a:pt x="3635727" y="197300"/>
                  </a:lnTo>
                  <a:lnTo>
                    <a:pt x="0" y="197300"/>
                  </a:lnTo>
                  <a:close/>
                </a:path>
              </a:pathLst>
            </a:custGeom>
            <a:solidFill>
              <a:srgbClr val="F6F3A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6"/>
            <p:cNvSpPr txBox="1"/>
            <p:nvPr/>
          </p:nvSpPr>
          <p:spPr>
            <a:xfrm>
              <a:off x="0" y="-38100"/>
              <a:ext cx="36357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26"/>
          <p:cNvGrpSpPr/>
          <p:nvPr/>
        </p:nvGrpSpPr>
        <p:grpSpPr>
          <a:xfrm>
            <a:off x="0" y="7777865"/>
            <a:ext cx="18288118" cy="879685"/>
            <a:chOff x="0" y="-38100"/>
            <a:chExt cx="4816592" cy="231685"/>
          </a:xfrm>
        </p:grpSpPr>
        <p:sp>
          <p:nvSpPr>
            <p:cNvPr id="190" name="Google Shape;190;p26"/>
            <p:cNvSpPr/>
            <p:nvPr/>
          </p:nvSpPr>
          <p:spPr>
            <a:xfrm>
              <a:off x="0" y="0"/>
              <a:ext cx="4816592" cy="193585"/>
            </a:xfrm>
            <a:custGeom>
              <a:rect b="b" l="l" r="r" t="t"/>
              <a:pathLst>
                <a:path extrusionOk="0" h="19358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4B73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6"/>
            <p:cNvSpPr txBox="1"/>
            <p:nvPr/>
          </p:nvSpPr>
          <p:spPr>
            <a:xfrm>
              <a:off x="0" y="-38100"/>
              <a:ext cx="48165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26"/>
          <p:cNvGrpSpPr/>
          <p:nvPr/>
        </p:nvGrpSpPr>
        <p:grpSpPr>
          <a:xfrm>
            <a:off x="7638568" y="8595383"/>
            <a:ext cx="10649503" cy="879685"/>
            <a:chOff x="0" y="-38100"/>
            <a:chExt cx="2804789" cy="231685"/>
          </a:xfrm>
        </p:grpSpPr>
        <p:sp>
          <p:nvSpPr>
            <p:cNvPr id="193" name="Google Shape;193;p26"/>
            <p:cNvSpPr/>
            <p:nvPr/>
          </p:nvSpPr>
          <p:spPr>
            <a:xfrm>
              <a:off x="0" y="0"/>
              <a:ext cx="2804789" cy="193585"/>
            </a:xfrm>
            <a:custGeom>
              <a:rect b="b" l="l" r="r" t="t"/>
              <a:pathLst>
                <a:path extrusionOk="0" h="193585" w="2804789">
                  <a:moveTo>
                    <a:pt x="0" y="0"/>
                  </a:moveTo>
                  <a:lnTo>
                    <a:pt x="2804789" y="0"/>
                  </a:lnTo>
                  <a:lnTo>
                    <a:pt x="2804789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6"/>
            <p:cNvSpPr txBox="1"/>
            <p:nvPr/>
          </p:nvSpPr>
          <p:spPr>
            <a:xfrm>
              <a:off x="0" y="-38100"/>
              <a:ext cx="28047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26"/>
          <p:cNvGrpSpPr/>
          <p:nvPr/>
        </p:nvGrpSpPr>
        <p:grpSpPr>
          <a:xfrm>
            <a:off x="7638568" y="9407321"/>
            <a:ext cx="10649503" cy="879685"/>
            <a:chOff x="0" y="-38100"/>
            <a:chExt cx="2804789" cy="231685"/>
          </a:xfrm>
        </p:grpSpPr>
        <p:sp>
          <p:nvSpPr>
            <p:cNvPr id="196" name="Google Shape;196;p26"/>
            <p:cNvSpPr/>
            <p:nvPr/>
          </p:nvSpPr>
          <p:spPr>
            <a:xfrm>
              <a:off x="0" y="0"/>
              <a:ext cx="2804789" cy="193585"/>
            </a:xfrm>
            <a:custGeom>
              <a:rect b="b" l="l" r="r" t="t"/>
              <a:pathLst>
                <a:path extrusionOk="0" h="193585" w="2804789">
                  <a:moveTo>
                    <a:pt x="0" y="0"/>
                  </a:moveTo>
                  <a:lnTo>
                    <a:pt x="2804789" y="0"/>
                  </a:lnTo>
                  <a:lnTo>
                    <a:pt x="2804789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729EB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6"/>
            <p:cNvSpPr txBox="1"/>
            <p:nvPr/>
          </p:nvSpPr>
          <p:spPr>
            <a:xfrm>
              <a:off x="0" y="-38100"/>
              <a:ext cx="28047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26"/>
          <p:cNvSpPr txBox="1"/>
          <p:nvPr/>
        </p:nvSpPr>
        <p:spPr>
          <a:xfrm>
            <a:off x="9263418" y="5002348"/>
            <a:ext cx="86940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01</a:t>
            </a:r>
            <a:endParaRPr b="1" i="0" sz="9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9419800" y="6205100"/>
            <a:ext cx="844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DEFINIÇÃO DE ENTIDADES, ATRIBUTOS E COLEÇÕES</a:t>
            </a:r>
            <a:endParaRPr b="0" i="0" sz="3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7"/>
          <p:cNvGrpSpPr/>
          <p:nvPr/>
        </p:nvGrpSpPr>
        <p:grpSpPr>
          <a:xfrm>
            <a:off x="0" y="9407411"/>
            <a:ext cx="18639741" cy="879685"/>
            <a:chOff x="0" y="-38100"/>
            <a:chExt cx="4909200" cy="231685"/>
          </a:xfrm>
        </p:grpSpPr>
        <p:sp>
          <p:nvSpPr>
            <p:cNvPr id="205" name="Google Shape;205;p27"/>
            <p:cNvSpPr/>
            <p:nvPr/>
          </p:nvSpPr>
          <p:spPr>
            <a:xfrm>
              <a:off x="0" y="0"/>
              <a:ext cx="4909112" cy="193585"/>
            </a:xfrm>
            <a:custGeom>
              <a:rect b="b" l="l" r="r" t="t"/>
              <a:pathLst>
                <a:path extrusionOk="0" h="193585" w="4909112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7"/>
            <p:cNvSpPr txBox="1"/>
            <p:nvPr/>
          </p:nvSpPr>
          <p:spPr>
            <a:xfrm>
              <a:off x="0" y="-38100"/>
              <a:ext cx="49092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27"/>
          <p:cNvGrpSpPr/>
          <p:nvPr/>
        </p:nvGrpSpPr>
        <p:grpSpPr>
          <a:xfrm>
            <a:off x="685396" y="9774830"/>
            <a:ext cx="9425227" cy="512582"/>
            <a:chOff x="0" y="-38100"/>
            <a:chExt cx="2482348" cy="135000"/>
          </a:xfrm>
        </p:grpSpPr>
        <p:sp>
          <p:nvSpPr>
            <p:cNvPr id="208" name="Google Shape;208;p27"/>
            <p:cNvSpPr/>
            <p:nvPr/>
          </p:nvSpPr>
          <p:spPr>
            <a:xfrm>
              <a:off x="0" y="0"/>
              <a:ext cx="2482348" cy="96792"/>
            </a:xfrm>
            <a:custGeom>
              <a:rect b="b" l="l" r="r" t="t"/>
              <a:pathLst>
                <a:path extrusionOk="0" h="96792" w="2482348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7"/>
            <p:cNvSpPr txBox="1"/>
            <p:nvPr/>
          </p:nvSpPr>
          <p:spPr>
            <a:xfrm>
              <a:off x="0" y="-38100"/>
              <a:ext cx="2482200" cy="1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27"/>
          <p:cNvSpPr/>
          <p:nvPr/>
        </p:nvSpPr>
        <p:spPr>
          <a:xfrm>
            <a:off x="21771" y="235857"/>
            <a:ext cx="2642142" cy="1626815"/>
          </a:xfrm>
          <a:custGeom>
            <a:rect b="b" l="l" r="r" t="t"/>
            <a:pathLst>
              <a:path extrusionOk="0" h="1908287" w="3028243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Descrição gerada automaticamente" id="211" name="Google Shape;21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54984" y="9519249"/>
            <a:ext cx="1349852" cy="75929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7"/>
          <p:cNvSpPr txBox="1"/>
          <p:nvPr/>
        </p:nvSpPr>
        <p:spPr>
          <a:xfrm>
            <a:off x="12081275" y="890488"/>
            <a:ext cx="55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Calibri"/>
                <a:ea typeface="Calibri"/>
                <a:cs typeface="Calibri"/>
                <a:sym typeface="Calibri"/>
              </a:rPr>
              <a:t>BRIEFING E DEFINIÇÕES</a:t>
            </a:r>
            <a:endParaRPr b="0" i="0" sz="3000" u="none" cap="none" strike="noStrike">
              <a:solidFill>
                <a:schemeClr val="lt2"/>
              </a:solidFill>
              <a:highlight>
                <a:schemeClr val="dk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10720975" y="1537000"/>
            <a:ext cx="6890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Definir os elementos principais e suas características.</a:t>
            </a:r>
            <a:endParaRPr b="0" i="0" sz="2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822350" y="2552800"/>
            <a:ext cx="15460500" cy="6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/>
              <a:t>A partir desse briefing, foram identificadas quatro entidades principais.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/>
              <a:t>A entidade users (usuários) representa a pessoa que usa o sistema. Suas características são o nome (name), usado para identificação pessoal, o email, usado como contato e credencial de acesso e o objetivo, que descreve a meta de treino do usuário, como hipertrofia, emagrecimento ou condicionamento físico.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/>
              <a:t>A entidade exercises (exercícios) representa cada movimento físico que pode compor um treino. Suas características são o nome do exercício (name), o muscleGroup (Grupo muscular)que ele trabalha, uma descrição (description) explicando como executar e o que indica difficultyLevel (nível de dificuldade), se é básico, intermediário ou avançado. essa entidade existe de forma independente porque funciona como um catálogo reaproveitável por qualquer usuário e qualquer plano.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/>
              <a:t>A entidade plans (planos) representa o conjunto de exercícios organizado por um usuário para atingir seu objetivo. Suas características são o nome do plano, a vinculação ao usuarioId que o criou, e a lista de exercícios que o compõe, onde cada item carrega a referência ao exercicioId correspondente junto com os parâmetros daquele plano especificamente: series, repeticoes, carga e duracao.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/>
              <a:t>A entidade trainingSessionsConducted (treinos concluídos) representa o registro histórico de uma sessão de </a:t>
            </a:r>
            <a:r>
              <a:rPr lang="en-US" sz="2100"/>
              <a:t>treinamento</a:t>
            </a:r>
            <a:r>
              <a:rPr lang="en-US" sz="2100"/>
              <a:t>.</a:t>
            </a:r>
            <a:r>
              <a:rPr lang="en-US" sz="2100"/>
              <a:t>o efetivamente executada. Suas características são a vinculação ao userId que realizou o treino, a referência ao planId que serviu de base, a data (date) em que o treino ocorreu, e a lista de exercícios executados, com os valores reais de séries, repeticoes, carga e duracao alcançados naquele dia, que podem divergir do planejado original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4359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8"/>
          <p:cNvGrpSpPr/>
          <p:nvPr/>
        </p:nvGrpSpPr>
        <p:grpSpPr>
          <a:xfrm>
            <a:off x="0" y="6151221"/>
            <a:ext cx="9144454" cy="894170"/>
            <a:chOff x="0" y="-38100"/>
            <a:chExt cx="2408400" cy="235500"/>
          </a:xfrm>
        </p:grpSpPr>
        <p:sp>
          <p:nvSpPr>
            <p:cNvPr id="220" name="Google Shape;220;p28"/>
            <p:cNvSpPr/>
            <p:nvPr/>
          </p:nvSpPr>
          <p:spPr>
            <a:xfrm>
              <a:off x="0" y="0"/>
              <a:ext cx="2408296" cy="197300"/>
            </a:xfrm>
            <a:custGeom>
              <a:rect b="b" l="l" r="r" t="t"/>
              <a:pathLst>
                <a:path extrusionOk="0" h="197300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97300"/>
                  </a:lnTo>
                  <a:lnTo>
                    <a:pt x="0" y="197300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8"/>
            <p:cNvSpPr txBox="1"/>
            <p:nvPr/>
          </p:nvSpPr>
          <p:spPr>
            <a:xfrm>
              <a:off x="0" y="-38100"/>
              <a:ext cx="24084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28"/>
          <p:cNvGrpSpPr/>
          <p:nvPr/>
        </p:nvGrpSpPr>
        <p:grpSpPr>
          <a:xfrm>
            <a:off x="0" y="6937845"/>
            <a:ext cx="13804492" cy="894170"/>
            <a:chOff x="0" y="-38100"/>
            <a:chExt cx="3635727" cy="235500"/>
          </a:xfrm>
        </p:grpSpPr>
        <p:sp>
          <p:nvSpPr>
            <p:cNvPr id="223" name="Google Shape;223;p28"/>
            <p:cNvSpPr/>
            <p:nvPr/>
          </p:nvSpPr>
          <p:spPr>
            <a:xfrm>
              <a:off x="0" y="0"/>
              <a:ext cx="3635727" cy="197300"/>
            </a:xfrm>
            <a:custGeom>
              <a:rect b="b" l="l" r="r" t="t"/>
              <a:pathLst>
                <a:path extrusionOk="0" h="197300" w="3635727">
                  <a:moveTo>
                    <a:pt x="0" y="0"/>
                  </a:moveTo>
                  <a:lnTo>
                    <a:pt x="3635727" y="0"/>
                  </a:lnTo>
                  <a:lnTo>
                    <a:pt x="3635727" y="197300"/>
                  </a:lnTo>
                  <a:lnTo>
                    <a:pt x="0" y="197300"/>
                  </a:lnTo>
                  <a:close/>
                </a:path>
              </a:pathLst>
            </a:custGeom>
            <a:solidFill>
              <a:srgbClr val="F6F3A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8"/>
            <p:cNvSpPr txBox="1"/>
            <p:nvPr/>
          </p:nvSpPr>
          <p:spPr>
            <a:xfrm>
              <a:off x="0" y="-38100"/>
              <a:ext cx="36357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28"/>
          <p:cNvGrpSpPr/>
          <p:nvPr/>
        </p:nvGrpSpPr>
        <p:grpSpPr>
          <a:xfrm>
            <a:off x="0" y="7777865"/>
            <a:ext cx="18288118" cy="879685"/>
            <a:chOff x="0" y="-38100"/>
            <a:chExt cx="4816592" cy="231685"/>
          </a:xfrm>
        </p:grpSpPr>
        <p:sp>
          <p:nvSpPr>
            <p:cNvPr id="226" name="Google Shape;226;p28"/>
            <p:cNvSpPr/>
            <p:nvPr/>
          </p:nvSpPr>
          <p:spPr>
            <a:xfrm>
              <a:off x="0" y="0"/>
              <a:ext cx="4816592" cy="193585"/>
            </a:xfrm>
            <a:custGeom>
              <a:rect b="b" l="l" r="r" t="t"/>
              <a:pathLst>
                <a:path extrusionOk="0" h="19358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4B73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8"/>
            <p:cNvSpPr txBox="1"/>
            <p:nvPr/>
          </p:nvSpPr>
          <p:spPr>
            <a:xfrm>
              <a:off x="0" y="-38100"/>
              <a:ext cx="48165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28"/>
          <p:cNvGrpSpPr/>
          <p:nvPr/>
        </p:nvGrpSpPr>
        <p:grpSpPr>
          <a:xfrm>
            <a:off x="7638568" y="8595383"/>
            <a:ext cx="10649503" cy="879685"/>
            <a:chOff x="0" y="-38100"/>
            <a:chExt cx="2804789" cy="231685"/>
          </a:xfrm>
        </p:grpSpPr>
        <p:sp>
          <p:nvSpPr>
            <p:cNvPr id="229" name="Google Shape;229;p28"/>
            <p:cNvSpPr/>
            <p:nvPr/>
          </p:nvSpPr>
          <p:spPr>
            <a:xfrm>
              <a:off x="0" y="0"/>
              <a:ext cx="2804789" cy="193585"/>
            </a:xfrm>
            <a:custGeom>
              <a:rect b="b" l="l" r="r" t="t"/>
              <a:pathLst>
                <a:path extrusionOk="0" h="193585" w="2804789">
                  <a:moveTo>
                    <a:pt x="0" y="0"/>
                  </a:moveTo>
                  <a:lnTo>
                    <a:pt x="2804789" y="0"/>
                  </a:lnTo>
                  <a:lnTo>
                    <a:pt x="2804789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8"/>
            <p:cNvSpPr txBox="1"/>
            <p:nvPr/>
          </p:nvSpPr>
          <p:spPr>
            <a:xfrm>
              <a:off x="0" y="-38100"/>
              <a:ext cx="28047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28"/>
          <p:cNvGrpSpPr/>
          <p:nvPr/>
        </p:nvGrpSpPr>
        <p:grpSpPr>
          <a:xfrm>
            <a:off x="7638568" y="9407321"/>
            <a:ext cx="10649503" cy="879685"/>
            <a:chOff x="0" y="-38100"/>
            <a:chExt cx="2804789" cy="231685"/>
          </a:xfrm>
        </p:grpSpPr>
        <p:sp>
          <p:nvSpPr>
            <p:cNvPr id="232" name="Google Shape;232;p28"/>
            <p:cNvSpPr/>
            <p:nvPr/>
          </p:nvSpPr>
          <p:spPr>
            <a:xfrm>
              <a:off x="0" y="0"/>
              <a:ext cx="2804789" cy="193585"/>
            </a:xfrm>
            <a:custGeom>
              <a:rect b="b" l="l" r="r" t="t"/>
              <a:pathLst>
                <a:path extrusionOk="0" h="193585" w="2804789">
                  <a:moveTo>
                    <a:pt x="0" y="0"/>
                  </a:moveTo>
                  <a:lnTo>
                    <a:pt x="2804789" y="0"/>
                  </a:lnTo>
                  <a:lnTo>
                    <a:pt x="2804789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729EB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8"/>
            <p:cNvSpPr txBox="1"/>
            <p:nvPr/>
          </p:nvSpPr>
          <p:spPr>
            <a:xfrm>
              <a:off x="0" y="-38100"/>
              <a:ext cx="28047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8"/>
          <p:cNvSpPr txBox="1"/>
          <p:nvPr/>
        </p:nvSpPr>
        <p:spPr>
          <a:xfrm>
            <a:off x="9263418" y="5002348"/>
            <a:ext cx="86940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02</a:t>
            </a:r>
            <a:endParaRPr b="1" i="0" sz="9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9419800" y="6205100"/>
            <a:ext cx="844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MODELAGEM (RELACIONAMENTOS)</a:t>
            </a:r>
            <a:endParaRPr b="0" i="0" sz="3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9"/>
          <p:cNvGrpSpPr/>
          <p:nvPr/>
        </p:nvGrpSpPr>
        <p:grpSpPr>
          <a:xfrm>
            <a:off x="0" y="9407411"/>
            <a:ext cx="18639741" cy="879685"/>
            <a:chOff x="0" y="-38100"/>
            <a:chExt cx="4909200" cy="231685"/>
          </a:xfrm>
        </p:grpSpPr>
        <p:sp>
          <p:nvSpPr>
            <p:cNvPr id="241" name="Google Shape;241;p29"/>
            <p:cNvSpPr/>
            <p:nvPr/>
          </p:nvSpPr>
          <p:spPr>
            <a:xfrm>
              <a:off x="0" y="0"/>
              <a:ext cx="4909112" cy="193585"/>
            </a:xfrm>
            <a:custGeom>
              <a:rect b="b" l="l" r="r" t="t"/>
              <a:pathLst>
                <a:path extrusionOk="0" h="193585" w="4909112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29"/>
            <p:cNvSpPr txBox="1"/>
            <p:nvPr/>
          </p:nvSpPr>
          <p:spPr>
            <a:xfrm>
              <a:off x="0" y="-38100"/>
              <a:ext cx="49092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29"/>
          <p:cNvGrpSpPr/>
          <p:nvPr/>
        </p:nvGrpSpPr>
        <p:grpSpPr>
          <a:xfrm>
            <a:off x="685396" y="9774830"/>
            <a:ext cx="9425227" cy="512582"/>
            <a:chOff x="0" y="-38100"/>
            <a:chExt cx="2482348" cy="135000"/>
          </a:xfrm>
        </p:grpSpPr>
        <p:sp>
          <p:nvSpPr>
            <p:cNvPr id="244" name="Google Shape;244;p29"/>
            <p:cNvSpPr/>
            <p:nvPr/>
          </p:nvSpPr>
          <p:spPr>
            <a:xfrm>
              <a:off x="0" y="0"/>
              <a:ext cx="2482348" cy="96792"/>
            </a:xfrm>
            <a:custGeom>
              <a:rect b="b" l="l" r="r" t="t"/>
              <a:pathLst>
                <a:path extrusionOk="0" h="96792" w="2482348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9"/>
            <p:cNvSpPr txBox="1"/>
            <p:nvPr/>
          </p:nvSpPr>
          <p:spPr>
            <a:xfrm>
              <a:off x="0" y="-38100"/>
              <a:ext cx="2482200" cy="1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29"/>
          <p:cNvSpPr/>
          <p:nvPr/>
        </p:nvSpPr>
        <p:spPr>
          <a:xfrm>
            <a:off x="21771" y="235857"/>
            <a:ext cx="2642142" cy="1626815"/>
          </a:xfrm>
          <a:custGeom>
            <a:rect b="b" l="l" r="r" t="t"/>
            <a:pathLst>
              <a:path extrusionOk="0" h="1908287" w="3028243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Descrição gerada automaticamente" id="247" name="Google Shape;24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54984" y="9519249"/>
            <a:ext cx="1349852" cy="75929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/>
        </p:nvSpPr>
        <p:spPr>
          <a:xfrm>
            <a:off x="12081275" y="890488"/>
            <a:ext cx="55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Calibri"/>
                <a:ea typeface="Calibri"/>
                <a:cs typeface="Calibri"/>
                <a:sym typeface="Calibri"/>
              </a:rPr>
              <a:t>DIAGRAMA</a:t>
            </a:r>
            <a:endParaRPr b="0" i="0" sz="3000" u="none" cap="none" strike="noStrike">
              <a:solidFill>
                <a:schemeClr val="lt2"/>
              </a:solidFill>
              <a:highlight>
                <a:schemeClr val="dk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10720975" y="1537000"/>
            <a:ext cx="6890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Representar visualmente as coleções, os campos e os relacionamentos.</a:t>
            </a:r>
            <a:endParaRPr b="0" i="0" sz="2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9" title="Move+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863" y="2690125"/>
            <a:ext cx="14892284" cy="6257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4359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30"/>
          <p:cNvGrpSpPr/>
          <p:nvPr/>
        </p:nvGrpSpPr>
        <p:grpSpPr>
          <a:xfrm>
            <a:off x="0" y="6151221"/>
            <a:ext cx="9144454" cy="894170"/>
            <a:chOff x="0" y="-38100"/>
            <a:chExt cx="2408400" cy="235500"/>
          </a:xfrm>
        </p:grpSpPr>
        <p:sp>
          <p:nvSpPr>
            <p:cNvPr id="256" name="Google Shape;256;p30"/>
            <p:cNvSpPr/>
            <p:nvPr/>
          </p:nvSpPr>
          <p:spPr>
            <a:xfrm>
              <a:off x="0" y="0"/>
              <a:ext cx="2408296" cy="197300"/>
            </a:xfrm>
            <a:custGeom>
              <a:rect b="b" l="l" r="r" t="t"/>
              <a:pathLst>
                <a:path extrusionOk="0" h="197300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97300"/>
                  </a:lnTo>
                  <a:lnTo>
                    <a:pt x="0" y="197300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30"/>
            <p:cNvSpPr txBox="1"/>
            <p:nvPr/>
          </p:nvSpPr>
          <p:spPr>
            <a:xfrm>
              <a:off x="0" y="-38100"/>
              <a:ext cx="24084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30"/>
          <p:cNvGrpSpPr/>
          <p:nvPr/>
        </p:nvGrpSpPr>
        <p:grpSpPr>
          <a:xfrm>
            <a:off x="0" y="6937845"/>
            <a:ext cx="13804492" cy="894170"/>
            <a:chOff x="0" y="-38100"/>
            <a:chExt cx="3635727" cy="235500"/>
          </a:xfrm>
        </p:grpSpPr>
        <p:sp>
          <p:nvSpPr>
            <p:cNvPr id="259" name="Google Shape;259;p30"/>
            <p:cNvSpPr/>
            <p:nvPr/>
          </p:nvSpPr>
          <p:spPr>
            <a:xfrm>
              <a:off x="0" y="0"/>
              <a:ext cx="3635727" cy="197300"/>
            </a:xfrm>
            <a:custGeom>
              <a:rect b="b" l="l" r="r" t="t"/>
              <a:pathLst>
                <a:path extrusionOk="0" h="197300" w="3635727">
                  <a:moveTo>
                    <a:pt x="0" y="0"/>
                  </a:moveTo>
                  <a:lnTo>
                    <a:pt x="3635727" y="0"/>
                  </a:lnTo>
                  <a:lnTo>
                    <a:pt x="3635727" y="197300"/>
                  </a:lnTo>
                  <a:lnTo>
                    <a:pt x="0" y="197300"/>
                  </a:lnTo>
                  <a:close/>
                </a:path>
              </a:pathLst>
            </a:custGeom>
            <a:solidFill>
              <a:srgbClr val="F6F3A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30"/>
            <p:cNvSpPr txBox="1"/>
            <p:nvPr/>
          </p:nvSpPr>
          <p:spPr>
            <a:xfrm>
              <a:off x="0" y="-38100"/>
              <a:ext cx="36357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30"/>
          <p:cNvGrpSpPr/>
          <p:nvPr/>
        </p:nvGrpSpPr>
        <p:grpSpPr>
          <a:xfrm>
            <a:off x="0" y="7777865"/>
            <a:ext cx="18288118" cy="879685"/>
            <a:chOff x="0" y="-38100"/>
            <a:chExt cx="4816592" cy="231685"/>
          </a:xfrm>
        </p:grpSpPr>
        <p:sp>
          <p:nvSpPr>
            <p:cNvPr id="262" name="Google Shape;262;p30"/>
            <p:cNvSpPr/>
            <p:nvPr/>
          </p:nvSpPr>
          <p:spPr>
            <a:xfrm>
              <a:off x="0" y="0"/>
              <a:ext cx="4816592" cy="193585"/>
            </a:xfrm>
            <a:custGeom>
              <a:rect b="b" l="l" r="r" t="t"/>
              <a:pathLst>
                <a:path extrusionOk="0" h="19358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4B73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30"/>
            <p:cNvSpPr txBox="1"/>
            <p:nvPr/>
          </p:nvSpPr>
          <p:spPr>
            <a:xfrm>
              <a:off x="0" y="-38100"/>
              <a:ext cx="48165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30"/>
          <p:cNvGrpSpPr/>
          <p:nvPr/>
        </p:nvGrpSpPr>
        <p:grpSpPr>
          <a:xfrm>
            <a:off x="7638568" y="8595383"/>
            <a:ext cx="10649503" cy="879685"/>
            <a:chOff x="0" y="-38100"/>
            <a:chExt cx="2804789" cy="231685"/>
          </a:xfrm>
        </p:grpSpPr>
        <p:sp>
          <p:nvSpPr>
            <p:cNvPr id="265" name="Google Shape;265;p30"/>
            <p:cNvSpPr/>
            <p:nvPr/>
          </p:nvSpPr>
          <p:spPr>
            <a:xfrm>
              <a:off x="0" y="0"/>
              <a:ext cx="2804789" cy="193585"/>
            </a:xfrm>
            <a:custGeom>
              <a:rect b="b" l="l" r="r" t="t"/>
              <a:pathLst>
                <a:path extrusionOk="0" h="193585" w="2804789">
                  <a:moveTo>
                    <a:pt x="0" y="0"/>
                  </a:moveTo>
                  <a:lnTo>
                    <a:pt x="2804789" y="0"/>
                  </a:lnTo>
                  <a:lnTo>
                    <a:pt x="2804789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30"/>
            <p:cNvSpPr txBox="1"/>
            <p:nvPr/>
          </p:nvSpPr>
          <p:spPr>
            <a:xfrm>
              <a:off x="0" y="-38100"/>
              <a:ext cx="28047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30"/>
          <p:cNvGrpSpPr/>
          <p:nvPr/>
        </p:nvGrpSpPr>
        <p:grpSpPr>
          <a:xfrm>
            <a:off x="7638568" y="9407321"/>
            <a:ext cx="10649503" cy="879685"/>
            <a:chOff x="0" y="-38100"/>
            <a:chExt cx="2804789" cy="231685"/>
          </a:xfrm>
        </p:grpSpPr>
        <p:sp>
          <p:nvSpPr>
            <p:cNvPr id="268" name="Google Shape;268;p30"/>
            <p:cNvSpPr/>
            <p:nvPr/>
          </p:nvSpPr>
          <p:spPr>
            <a:xfrm>
              <a:off x="0" y="0"/>
              <a:ext cx="2804789" cy="193585"/>
            </a:xfrm>
            <a:custGeom>
              <a:rect b="b" l="l" r="r" t="t"/>
              <a:pathLst>
                <a:path extrusionOk="0" h="193585" w="2804789">
                  <a:moveTo>
                    <a:pt x="0" y="0"/>
                  </a:moveTo>
                  <a:lnTo>
                    <a:pt x="2804789" y="0"/>
                  </a:lnTo>
                  <a:lnTo>
                    <a:pt x="2804789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729EB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30"/>
            <p:cNvSpPr txBox="1"/>
            <p:nvPr/>
          </p:nvSpPr>
          <p:spPr>
            <a:xfrm>
              <a:off x="0" y="-38100"/>
              <a:ext cx="28047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30"/>
          <p:cNvSpPr txBox="1"/>
          <p:nvPr/>
        </p:nvSpPr>
        <p:spPr>
          <a:xfrm>
            <a:off x="9263418" y="5002348"/>
            <a:ext cx="86940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03</a:t>
            </a:r>
            <a:endParaRPr b="1" i="0" sz="9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0"/>
          <p:cNvSpPr txBox="1"/>
          <p:nvPr/>
        </p:nvSpPr>
        <p:spPr>
          <a:xfrm>
            <a:off x="9374944" y="6205100"/>
            <a:ext cx="844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 DE DADOS (MONGO DG)</a:t>
            </a:r>
            <a:endParaRPr b="0" i="0" sz="3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31"/>
          <p:cNvGrpSpPr/>
          <p:nvPr/>
        </p:nvGrpSpPr>
        <p:grpSpPr>
          <a:xfrm>
            <a:off x="0" y="9407411"/>
            <a:ext cx="18639741" cy="879685"/>
            <a:chOff x="0" y="-38100"/>
            <a:chExt cx="4909200" cy="231685"/>
          </a:xfrm>
        </p:grpSpPr>
        <p:sp>
          <p:nvSpPr>
            <p:cNvPr id="277" name="Google Shape;277;p31"/>
            <p:cNvSpPr/>
            <p:nvPr/>
          </p:nvSpPr>
          <p:spPr>
            <a:xfrm>
              <a:off x="0" y="0"/>
              <a:ext cx="4909112" cy="193585"/>
            </a:xfrm>
            <a:custGeom>
              <a:rect b="b" l="l" r="r" t="t"/>
              <a:pathLst>
                <a:path extrusionOk="0" h="193585" w="4909112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31"/>
            <p:cNvSpPr txBox="1"/>
            <p:nvPr/>
          </p:nvSpPr>
          <p:spPr>
            <a:xfrm>
              <a:off x="0" y="-38100"/>
              <a:ext cx="49092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31"/>
          <p:cNvGrpSpPr/>
          <p:nvPr/>
        </p:nvGrpSpPr>
        <p:grpSpPr>
          <a:xfrm>
            <a:off x="685396" y="9774830"/>
            <a:ext cx="9425227" cy="512582"/>
            <a:chOff x="0" y="-38100"/>
            <a:chExt cx="2482348" cy="135000"/>
          </a:xfrm>
        </p:grpSpPr>
        <p:sp>
          <p:nvSpPr>
            <p:cNvPr id="280" name="Google Shape;280;p31"/>
            <p:cNvSpPr/>
            <p:nvPr/>
          </p:nvSpPr>
          <p:spPr>
            <a:xfrm>
              <a:off x="0" y="0"/>
              <a:ext cx="2482348" cy="96792"/>
            </a:xfrm>
            <a:custGeom>
              <a:rect b="b" l="l" r="r" t="t"/>
              <a:pathLst>
                <a:path extrusionOk="0" h="96792" w="2482348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31"/>
            <p:cNvSpPr txBox="1"/>
            <p:nvPr/>
          </p:nvSpPr>
          <p:spPr>
            <a:xfrm>
              <a:off x="0" y="-38100"/>
              <a:ext cx="2482200" cy="1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31"/>
          <p:cNvSpPr/>
          <p:nvPr/>
        </p:nvSpPr>
        <p:spPr>
          <a:xfrm>
            <a:off x="21771" y="235857"/>
            <a:ext cx="2642142" cy="1626815"/>
          </a:xfrm>
          <a:custGeom>
            <a:rect b="b" l="l" r="r" t="t"/>
            <a:pathLst>
              <a:path extrusionOk="0" h="1908287" w="3028243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Descrição gerada automaticamente" id="283" name="Google Shape;28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54984" y="9519249"/>
            <a:ext cx="1349852" cy="75929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/>
        </p:nvSpPr>
        <p:spPr>
          <a:xfrm>
            <a:off x="12081275" y="890488"/>
            <a:ext cx="55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highlight>
                  <a:schemeClr val="dk2"/>
                </a:highlight>
                <a:latin typeface="Calibri"/>
                <a:ea typeface="Calibri"/>
                <a:cs typeface="Calibri"/>
                <a:sym typeface="Calibri"/>
              </a:rPr>
              <a:t>DOCUMENTOS JSON</a:t>
            </a:r>
            <a:endParaRPr b="0" i="0" sz="3000" u="none" cap="none" strike="noStrike">
              <a:solidFill>
                <a:schemeClr val="lt2"/>
              </a:solidFill>
              <a:highlight>
                <a:schemeClr val="dk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10720975" y="1537000"/>
            <a:ext cx="6890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Criar pelo menos um documento de exemplo para cada coleção proposta.</a:t>
            </a:r>
            <a:endParaRPr b="0" i="0" sz="2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700" y="2131938"/>
            <a:ext cx="9452947" cy="259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00250" y="2876988"/>
            <a:ext cx="5114150" cy="620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98547" y="4823850"/>
            <a:ext cx="3210253" cy="453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6375" y="5460350"/>
            <a:ext cx="7551775" cy="345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4059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"/>
          <p:cNvSpPr/>
          <p:nvPr/>
        </p:nvSpPr>
        <p:spPr>
          <a:xfrm>
            <a:off x="5617028" y="2571158"/>
            <a:ext cx="7468881" cy="4668050"/>
          </a:xfrm>
          <a:custGeom>
            <a:rect b="b" l="l" r="r" t="t"/>
            <a:pathLst>
              <a:path extrusionOk="0" h="971672" w="1541195">
                <a:moveTo>
                  <a:pt x="0" y="0"/>
                </a:moveTo>
                <a:lnTo>
                  <a:pt x="1541195" y="0"/>
                </a:lnTo>
                <a:lnTo>
                  <a:pt x="1541195" y="971672"/>
                </a:lnTo>
                <a:lnTo>
                  <a:pt x="0" y="971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t/>
            </a:r>
            <a:endParaRPr b="0" i="0" sz="2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2"/>
          <p:cNvSpPr/>
          <p:nvPr/>
        </p:nvSpPr>
        <p:spPr>
          <a:xfrm>
            <a:off x="14582898" y="377617"/>
            <a:ext cx="1456177" cy="528704"/>
          </a:xfrm>
          <a:custGeom>
            <a:rect b="b" l="l" r="r" t="t"/>
            <a:pathLst>
              <a:path extrusionOk="0" h="388369" w="1069661">
                <a:moveTo>
                  <a:pt x="0" y="0"/>
                </a:moveTo>
                <a:lnTo>
                  <a:pt x="1069661" y="0"/>
                </a:lnTo>
                <a:lnTo>
                  <a:pt x="1069661" y="388369"/>
                </a:lnTo>
                <a:lnTo>
                  <a:pt x="0" y="388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t/>
            </a:r>
            <a:endParaRPr b="0" i="0" sz="2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6" name="Google Shape;296;p32"/>
          <p:cNvGrpSpPr/>
          <p:nvPr/>
        </p:nvGrpSpPr>
        <p:grpSpPr>
          <a:xfrm>
            <a:off x="1855744" y="10007711"/>
            <a:ext cx="17399654" cy="393370"/>
            <a:chOff x="0" y="-59067"/>
            <a:chExt cx="17041637" cy="385276"/>
          </a:xfrm>
        </p:grpSpPr>
        <p:grpSp>
          <p:nvGrpSpPr>
            <p:cNvPr id="297" name="Google Shape;297;p32"/>
            <p:cNvGrpSpPr/>
            <p:nvPr/>
          </p:nvGrpSpPr>
          <p:grpSpPr>
            <a:xfrm>
              <a:off x="0" y="-59067"/>
              <a:ext cx="10404763" cy="326209"/>
              <a:chOff x="0" y="-28575"/>
              <a:chExt cx="5033497" cy="157810"/>
            </a:xfrm>
          </p:grpSpPr>
          <p:sp>
            <p:nvSpPr>
              <p:cNvPr id="298" name="Google Shape;298;p32"/>
              <p:cNvSpPr/>
              <p:nvPr/>
            </p:nvSpPr>
            <p:spPr>
              <a:xfrm>
                <a:off x="0" y="0"/>
                <a:ext cx="5033497" cy="129235"/>
              </a:xfrm>
              <a:custGeom>
                <a:rect b="b" l="l" r="r" t="t"/>
                <a:pathLst>
                  <a:path extrusionOk="0" h="129235" w="5033497">
                    <a:moveTo>
                      <a:pt x="0" y="0"/>
                    </a:moveTo>
                    <a:lnTo>
                      <a:pt x="5033497" y="0"/>
                    </a:lnTo>
                    <a:lnTo>
                      <a:pt x="5033497" y="129235"/>
                    </a:lnTo>
                    <a:lnTo>
                      <a:pt x="0" y="129235"/>
                    </a:lnTo>
                    <a:close/>
                  </a:path>
                </a:pathLst>
              </a:custGeom>
              <a:solidFill>
                <a:srgbClr val="30746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50"/>
                  <a:buFont typeface="Arial"/>
                  <a:buNone/>
                </a:pPr>
                <a:r>
                  <a:t/>
                </a:r>
                <a:endParaRPr b="0" i="0" sz="24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32"/>
              <p:cNvSpPr txBox="1"/>
              <p:nvPr/>
            </p:nvSpPr>
            <p:spPr>
              <a:xfrm>
                <a:off x="0" y="-28575"/>
                <a:ext cx="5033497" cy="157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400" lIns="38400" spcFirstLastPara="1" rIns="38400" wrap="square" tIns="38400">
                <a:noAutofit/>
              </a:bodyPr>
              <a:lstStyle/>
              <a:p>
                <a:pPr indent="0" lvl="0" marL="0" marR="0" rtl="0" algn="ctr">
                  <a:lnSpc>
                    <a:spcPct val="1088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50"/>
                  <a:buFont typeface="Arial"/>
                  <a:buNone/>
                </a:pPr>
                <a:r>
                  <a:t/>
                </a:r>
                <a:endParaRPr b="0" i="0" sz="24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32"/>
            <p:cNvGrpSpPr/>
            <p:nvPr/>
          </p:nvGrpSpPr>
          <p:grpSpPr>
            <a:xfrm rot="10800000">
              <a:off x="10876557" y="0"/>
              <a:ext cx="6165080" cy="326209"/>
              <a:chOff x="0" y="-28575"/>
              <a:chExt cx="2982472" cy="157810"/>
            </a:xfrm>
          </p:grpSpPr>
          <p:sp>
            <p:nvSpPr>
              <p:cNvPr id="301" name="Google Shape;301;p32"/>
              <p:cNvSpPr/>
              <p:nvPr/>
            </p:nvSpPr>
            <p:spPr>
              <a:xfrm>
                <a:off x="0" y="0"/>
                <a:ext cx="2982472" cy="129235"/>
              </a:xfrm>
              <a:custGeom>
                <a:rect b="b" l="l" r="r" t="t"/>
                <a:pathLst>
                  <a:path extrusionOk="0" h="129235" w="2982472">
                    <a:moveTo>
                      <a:pt x="0" y="0"/>
                    </a:moveTo>
                    <a:lnTo>
                      <a:pt x="2982472" y="0"/>
                    </a:lnTo>
                    <a:lnTo>
                      <a:pt x="2982472" y="129235"/>
                    </a:lnTo>
                    <a:lnTo>
                      <a:pt x="0" y="129235"/>
                    </a:lnTo>
                    <a:close/>
                  </a:path>
                </a:pathLst>
              </a:custGeom>
              <a:solidFill>
                <a:srgbClr val="DFDF6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50"/>
                  <a:buFont typeface="Arial"/>
                  <a:buNone/>
                </a:pPr>
                <a:r>
                  <a:t/>
                </a:r>
                <a:endParaRPr b="0" i="0" sz="24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32"/>
              <p:cNvSpPr txBox="1"/>
              <p:nvPr/>
            </p:nvSpPr>
            <p:spPr>
              <a:xfrm>
                <a:off x="0" y="-28575"/>
                <a:ext cx="2982472" cy="157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400" lIns="38400" spcFirstLastPara="1" rIns="38400" wrap="square" tIns="38400">
                <a:noAutofit/>
              </a:bodyPr>
              <a:lstStyle/>
              <a:p>
                <a:pPr indent="0" lvl="0" marL="0" marR="0" rtl="0" algn="ctr">
                  <a:lnSpc>
                    <a:spcPct val="1088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50"/>
                  <a:buFont typeface="Arial"/>
                  <a:buNone/>
                </a:pPr>
                <a:r>
                  <a:t/>
                </a:r>
                <a:endParaRPr b="0" i="0" sz="24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4359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33"/>
          <p:cNvGrpSpPr/>
          <p:nvPr/>
        </p:nvGrpSpPr>
        <p:grpSpPr>
          <a:xfrm>
            <a:off x="0" y="6151221"/>
            <a:ext cx="9144454" cy="894170"/>
            <a:chOff x="0" y="-38100"/>
            <a:chExt cx="2408400" cy="235500"/>
          </a:xfrm>
        </p:grpSpPr>
        <p:sp>
          <p:nvSpPr>
            <p:cNvPr id="308" name="Google Shape;308;p33"/>
            <p:cNvSpPr/>
            <p:nvPr/>
          </p:nvSpPr>
          <p:spPr>
            <a:xfrm>
              <a:off x="0" y="0"/>
              <a:ext cx="2408296" cy="197300"/>
            </a:xfrm>
            <a:custGeom>
              <a:rect b="b" l="l" r="r" t="t"/>
              <a:pathLst>
                <a:path extrusionOk="0" h="197300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97300"/>
                  </a:lnTo>
                  <a:lnTo>
                    <a:pt x="0" y="197300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33"/>
            <p:cNvSpPr txBox="1"/>
            <p:nvPr/>
          </p:nvSpPr>
          <p:spPr>
            <a:xfrm>
              <a:off x="0" y="-38100"/>
              <a:ext cx="24084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33"/>
          <p:cNvGrpSpPr/>
          <p:nvPr/>
        </p:nvGrpSpPr>
        <p:grpSpPr>
          <a:xfrm>
            <a:off x="0" y="6937845"/>
            <a:ext cx="13804492" cy="894170"/>
            <a:chOff x="0" y="-38100"/>
            <a:chExt cx="3635727" cy="235500"/>
          </a:xfrm>
        </p:grpSpPr>
        <p:sp>
          <p:nvSpPr>
            <p:cNvPr id="311" name="Google Shape;311;p33"/>
            <p:cNvSpPr/>
            <p:nvPr/>
          </p:nvSpPr>
          <p:spPr>
            <a:xfrm>
              <a:off x="0" y="0"/>
              <a:ext cx="3635727" cy="197300"/>
            </a:xfrm>
            <a:custGeom>
              <a:rect b="b" l="l" r="r" t="t"/>
              <a:pathLst>
                <a:path extrusionOk="0" h="197300" w="3635727">
                  <a:moveTo>
                    <a:pt x="0" y="0"/>
                  </a:moveTo>
                  <a:lnTo>
                    <a:pt x="3635727" y="0"/>
                  </a:lnTo>
                  <a:lnTo>
                    <a:pt x="3635727" y="197300"/>
                  </a:lnTo>
                  <a:lnTo>
                    <a:pt x="0" y="197300"/>
                  </a:lnTo>
                  <a:close/>
                </a:path>
              </a:pathLst>
            </a:custGeom>
            <a:solidFill>
              <a:srgbClr val="F6F3A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33"/>
            <p:cNvSpPr txBox="1"/>
            <p:nvPr/>
          </p:nvSpPr>
          <p:spPr>
            <a:xfrm>
              <a:off x="0" y="-38100"/>
              <a:ext cx="36357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33"/>
          <p:cNvGrpSpPr/>
          <p:nvPr/>
        </p:nvGrpSpPr>
        <p:grpSpPr>
          <a:xfrm>
            <a:off x="0" y="7777865"/>
            <a:ext cx="18288118" cy="879685"/>
            <a:chOff x="0" y="-38100"/>
            <a:chExt cx="4816592" cy="231685"/>
          </a:xfrm>
        </p:grpSpPr>
        <p:sp>
          <p:nvSpPr>
            <p:cNvPr id="314" name="Google Shape;314;p33"/>
            <p:cNvSpPr/>
            <p:nvPr/>
          </p:nvSpPr>
          <p:spPr>
            <a:xfrm>
              <a:off x="0" y="0"/>
              <a:ext cx="4816592" cy="193585"/>
            </a:xfrm>
            <a:custGeom>
              <a:rect b="b" l="l" r="r" t="t"/>
              <a:pathLst>
                <a:path extrusionOk="0" h="19358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4B73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33"/>
            <p:cNvSpPr txBox="1"/>
            <p:nvPr/>
          </p:nvSpPr>
          <p:spPr>
            <a:xfrm>
              <a:off x="0" y="-38100"/>
              <a:ext cx="48165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33"/>
          <p:cNvGrpSpPr/>
          <p:nvPr/>
        </p:nvGrpSpPr>
        <p:grpSpPr>
          <a:xfrm>
            <a:off x="7638568" y="8595383"/>
            <a:ext cx="10649503" cy="879685"/>
            <a:chOff x="0" y="-38100"/>
            <a:chExt cx="2804789" cy="231685"/>
          </a:xfrm>
        </p:grpSpPr>
        <p:sp>
          <p:nvSpPr>
            <p:cNvPr id="317" name="Google Shape;317;p33"/>
            <p:cNvSpPr/>
            <p:nvPr/>
          </p:nvSpPr>
          <p:spPr>
            <a:xfrm>
              <a:off x="0" y="0"/>
              <a:ext cx="2804789" cy="193585"/>
            </a:xfrm>
            <a:custGeom>
              <a:rect b="b" l="l" r="r" t="t"/>
              <a:pathLst>
                <a:path extrusionOk="0" h="193585" w="2804789">
                  <a:moveTo>
                    <a:pt x="0" y="0"/>
                  </a:moveTo>
                  <a:lnTo>
                    <a:pt x="2804789" y="0"/>
                  </a:lnTo>
                  <a:lnTo>
                    <a:pt x="2804789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DFDF6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33"/>
            <p:cNvSpPr txBox="1"/>
            <p:nvPr/>
          </p:nvSpPr>
          <p:spPr>
            <a:xfrm>
              <a:off x="0" y="-38100"/>
              <a:ext cx="28047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33"/>
          <p:cNvGrpSpPr/>
          <p:nvPr/>
        </p:nvGrpSpPr>
        <p:grpSpPr>
          <a:xfrm>
            <a:off x="7638568" y="9407321"/>
            <a:ext cx="10649503" cy="879685"/>
            <a:chOff x="0" y="-38100"/>
            <a:chExt cx="2804789" cy="231685"/>
          </a:xfrm>
        </p:grpSpPr>
        <p:sp>
          <p:nvSpPr>
            <p:cNvPr id="320" name="Google Shape;320;p33"/>
            <p:cNvSpPr/>
            <p:nvPr/>
          </p:nvSpPr>
          <p:spPr>
            <a:xfrm>
              <a:off x="0" y="0"/>
              <a:ext cx="2804789" cy="193585"/>
            </a:xfrm>
            <a:custGeom>
              <a:rect b="b" l="l" r="r" t="t"/>
              <a:pathLst>
                <a:path extrusionOk="0" h="193585" w="2804789">
                  <a:moveTo>
                    <a:pt x="0" y="0"/>
                  </a:moveTo>
                  <a:lnTo>
                    <a:pt x="2804789" y="0"/>
                  </a:lnTo>
                  <a:lnTo>
                    <a:pt x="2804789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729EB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33"/>
            <p:cNvSpPr txBox="1"/>
            <p:nvPr/>
          </p:nvSpPr>
          <p:spPr>
            <a:xfrm>
              <a:off x="0" y="-38100"/>
              <a:ext cx="28047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ogotipo&#10;&#10;Descrição gerada automaticamente" id="322" name="Google Shape;3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0480" y="2622917"/>
            <a:ext cx="5127035" cy="2883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